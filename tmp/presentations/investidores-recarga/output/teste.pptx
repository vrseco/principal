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5e7bef22894039" /><Relationship Type="http://schemas.openxmlformats.org/officeDocument/2006/relationships/extended-properties" Target="/docProps/app.xml" Id="R2e4c1bcaac5a4ee5" /><Relationship Type="http://schemas.openxmlformats.org/officeDocument/2006/relationships/officeDocument" Target="/ppt/presentation.xml" Id="R2fdcc9d6f98d4f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e9fcc6f9e94efd"/>
  </p:sldMasterIdLst>
  <p:notesMasterIdLst>
    <p:notesMasterId xmlns:r="http://schemas.openxmlformats.org/officeDocument/2006/relationships" r:id="R9d0afb87391940e8"/>
  </p:notesMasterIdLst>
  <p:sldIdLst>
    <p:sldId xmlns:r="http://schemas.openxmlformats.org/officeDocument/2006/relationships" id="256" r:id="Rf4658934261b478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e9fcc6f9e94efd" /><Relationship Type="http://schemas.openxmlformats.org/officeDocument/2006/relationships/theme" Target="/ppt/theme/theme1.xml" Id="Ra6f64a15a8e6406b" /><Relationship Type="http://schemas.openxmlformats.org/officeDocument/2006/relationships/notesMaster" Target="/ppt/notesMasters/notesMaster1.xml" Id="R9d0afb87391940e8" /><Relationship Type="http://schemas.openxmlformats.org/officeDocument/2006/relationships/presProps" Target="/ppt/presProps.xml" Id="R390e22cb2a2f4285" /><Relationship Type="http://schemas.openxmlformats.org/officeDocument/2006/relationships/viewProps" Target="/ppt/viewProps.xml" Id="Rb641fd7ba5a84e8f" /><Relationship Type="http://schemas.openxmlformats.org/officeDocument/2006/relationships/tableStyles" Target="/ppt/tableStyles.xml" Id="R9b350bfb61854e34" /><Relationship Type="http://schemas.openxmlformats.org/officeDocument/2006/relationships/slide" Target="/ppt/slides/slide1.xml" Id="Rf4658934261b47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2113ec0acdb44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c11156d7a0416d" /><Relationship Type="http://schemas.openxmlformats.org/officeDocument/2006/relationships/notesMaster" Target="/ppt/notesMasters/notesMaster1.xml" Id="R2d7d2dddab6f40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392bccc02c4b4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65d1cc5b94d4dee" /><Relationship Type="http://schemas.openxmlformats.org/officeDocument/2006/relationships/slideLayout" Target="/ppt/slideLayouts/slideLayout2.xml" Id="R53972465c7424e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972465c7424e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93822879de4765" /><Relationship Type="http://schemas.openxmlformats.org/officeDocument/2006/relationships/notesSlide" Target="/ppt/notesSlides/notesSlide1.xml" Id="R2e5f5d909ed34ed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AFE3B3-27F1-4621-8A33-D37BB623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6764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</a:rPr>
              <a:t>Teste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DA51F-0150-4234-9FB5-D55B2D6C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1676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B5563"/>
                </a:solidFill>
              </a:defRPr>
            </a:pPr>
            <a:r>
              <a:rPr sz="2100">
                <a:solidFill>
                  <a:srgbClr val="4B5563"/>
                </a:solidFill>
              </a:rPr>
              <a:t>Subtitulo</a:t>
            </a:r>
          </a:p>
        </p:txBody>
      </p:sp>
    </p:spTree>
    <p:extLst>
      <p:ext uri="{BB962C8B-B14F-4D97-AF65-F5344CB8AC3E}">
        <p14:creationId xmlns:p14="http://schemas.microsoft.com/office/powerpoint/2010/main" val="1197381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2026-05-07T22:46:11.2880000Z</dcterms:created>
  <dcterms:modified xsi:type="dcterms:W3CDTF">2026-05-07T22:46:11.2890000Z</dcterms:modified>
</coreProperties>
</file>