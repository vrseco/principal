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93234798d4c72" /><Relationship Type="http://schemas.openxmlformats.org/officeDocument/2006/relationships/extended-properties" Target="/docProps/app.xml" Id="R9d4692e9eb7e4c30" /><Relationship Type="http://schemas.openxmlformats.org/officeDocument/2006/relationships/officeDocument" Target="/ppt/presentation.xml" Id="R410f74ab19dc49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fd5327e8a44ed"/>
  </p:sldMasterIdLst>
  <p:notesMasterIdLst>
    <p:notesMasterId xmlns:r="http://schemas.openxmlformats.org/officeDocument/2006/relationships" r:id="R6c15fa1a759b4328"/>
  </p:notesMasterIdLst>
  <p:sldIdLst>
    <p:sldId xmlns:r="http://schemas.openxmlformats.org/officeDocument/2006/relationships" id="256" r:id="R14066bdafd694b44"/>
    <p:sldId xmlns:r="http://schemas.openxmlformats.org/officeDocument/2006/relationships" id="257" r:id="R0d40f24db0184861"/>
    <p:sldId xmlns:r="http://schemas.openxmlformats.org/officeDocument/2006/relationships" id="258" r:id="R3538c38e57cb4083"/>
    <p:sldId xmlns:r="http://schemas.openxmlformats.org/officeDocument/2006/relationships" id="259" r:id="R6b0bcf79a461420b"/>
    <p:sldId xmlns:r="http://schemas.openxmlformats.org/officeDocument/2006/relationships" id="260" r:id="R7729daea3ee2469a"/>
    <p:sldId xmlns:r="http://schemas.openxmlformats.org/officeDocument/2006/relationships" id="261" r:id="Rb605ba4db95b4892"/>
    <p:sldId xmlns:r="http://schemas.openxmlformats.org/officeDocument/2006/relationships" id="262" r:id="Racb5fc379b1e4003"/>
    <p:sldId xmlns:r="http://schemas.openxmlformats.org/officeDocument/2006/relationships" id="263" r:id="R7acf20b6345944ad"/>
    <p:sldId xmlns:r="http://schemas.openxmlformats.org/officeDocument/2006/relationships" id="264" r:id="R549d15c52b9846c1"/>
    <p:sldId xmlns:r="http://schemas.openxmlformats.org/officeDocument/2006/relationships" id="265" r:id="Rc038bd51627e4af2"/>
    <p:sldId xmlns:r="http://schemas.openxmlformats.org/officeDocument/2006/relationships" id="266" r:id="R99e33bcca6844dfb"/>
    <p:sldId xmlns:r="http://schemas.openxmlformats.org/officeDocument/2006/relationships" id="267" r:id="R10a1f2496cb34e8b"/>
    <p:sldId xmlns:r="http://schemas.openxmlformats.org/officeDocument/2006/relationships" id="268" r:id="Rf10e3ae28c9447dc"/>
    <p:sldId xmlns:r="http://schemas.openxmlformats.org/officeDocument/2006/relationships" id="269" r:id="Ra33d6827ad8b410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fd5327e8a44ed" /><Relationship Type="http://schemas.openxmlformats.org/officeDocument/2006/relationships/theme" Target="/ppt/theme/theme1.xml" Id="R356c6eadc95e42d9" /><Relationship Type="http://schemas.openxmlformats.org/officeDocument/2006/relationships/notesMaster" Target="/ppt/notesMasters/notesMaster1.xml" Id="R6c15fa1a759b4328" /><Relationship Type="http://schemas.openxmlformats.org/officeDocument/2006/relationships/presProps" Target="/ppt/presProps.xml" Id="R9eb1fbf2529544fb" /><Relationship Type="http://schemas.openxmlformats.org/officeDocument/2006/relationships/viewProps" Target="/ppt/viewProps.xml" Id="Rb88ee2a31867484f" /><Relationship Type="http://schemas.openxmlformats.org/officeDocument/2006/relationships/tableStyles" Target="/ppt/tableStyles.xml" Id="Rc90ba7db3fd5454f" /><Relationship Type="http://schemas.openxmlformats.org/officeDocument/2006/relationships/slide" Target="/ppt/slides/slide1.xml" Id="R14066bdafd694b44" /><Relationship Type="http://schemas.openxmlformats.org/officeDocument/2006/relationships/slide" Target="/ppt/slides/slide2.xml" Id="R0d40f24db0184861" /><Relationship Type="http://schemas.openxmlformats.org/officeDocument/2006/relationships/slide" Target="/ppt/slides/slide3.xml" Id="R3538c38e57cb4083" /><Relationship Type="http://schemas.openxmlformats.org/officeDocument/2006/relationships/slide" Target="/ppt/slides/slide4.xml" Id="R6b0bcf79a461420b" /><Relationship Type="http://schemas.openxmlformats.org/officeDocument/2006/relationships/slide" Target="/ppt/slides/slide5.xml" Id="R7729daea3ee2469a" /><Relationship Type="http://schemas.openxmlformats.org/officeDocument/2006/relationships/slide" Target="/ppt/slides/slide6.xml" Id="Rb605ba4db95b4892" /><Relationship Type="http://schemas.openxmlformats.org/officeDocument/2006/relationships/slide" Target="/ppt/slides/slide7.xml" Id="Racb5fc379b1e4003" /><Relationship Type="http://schemas.openxmlformats.org/officeDocument/2006/relationships/slide" Target="/ppt/slides/slide8.xml" Id="R7acf20b6345944ad" /><Relationship Type="http://schemas.openxmlformats.org/officeDocument/2006/relationships/slide" Target="/ppt/slides/slide9.xml" Id="R549d15c52b9846c1" /><Relationship Type="http://schemas.openxmlformats.org/officeDocument/2006/relationships/slide" Target="/ppt/slides/slide10.xml" Id="Rc038bd51627e4af2" /><Relationship Type="http://schemas.openxmlformats.org/officeDocument/2006/relationships/slide" Target="/ppt/slides/slide11.xml" Id="R99e33bcca6844dfb" /><Relationship Type="http://schemas.openxmlformats.org/officeDocument/2006/relationships/slide" Target="/ppt/slides/slide12.xml" Id="R10a1f2496cb34e8b" /><Relationship Type="http://schemas.openxmlformats.org/officeDocument/2006/relationships/slide" Target="/ppt/slides/slide13.xml" Id="Rf10e3ae28c9447dc" /><Relationship Type="http://schemas.openxmlformats.org/officeDocument/2006/relationships/slide" Target="/ppt/slides/slide14.xml" Id="Ra33d6827ad8b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49d34849e5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866eceda545a9" /><Relationship Type="http://schemas.openxmlformats.org/officeDocument/2006/relationships/notesMaster" Target="/ppt/notesMasters/notesMaster1.xml" Id="R6accb294be0e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d2fa48c0a4350" /><Relationship Type="http://schemas.openxmlformats.org/officeDocument/2006/relationships/notesMaster" Target="/ppt/notesMasters/notesMaster1.xml" Id="Rd988b06154b3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2d8b74298f4e2b" /><Relationship Type="http://schemas.openxmlformats.org/officeDocument/2006/relationships/notesMaster" Target="/ppt/notesMasters/notesMaster1.xml" Id="R392141d7dfd14a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e80d3bcf464c6e" /><Relationship Type="http://schemas.openxmlformats.org/officeDocument/2006/relationships/notesMaster" Target="/ppt/notesMasters/notesMaster1.xml" Id="Rf6284f6f62e141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8a9c1486764650" /><Relationship Type="http://schemas.openxmlformats.org/officeDocument/2006/relationships/notesMaster" Target="/ppt/notesMasters/notesMaster1.xml" Id="Rd70ba1f1d5ac4f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da54f65e664490" /><Relationship Type="http://schemas.openxmlformats.org/officeDocument/2006/relationships/notesMaster" Target="/ppt/notesMasters/notesMaster1.xml" Id="Ra45755f640834a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589f7bcf6f4cc7" /><Relationship Type="http://schemas.openxmlformats.org/officeDocument/2006/relationships/notesMaster" Target="/ppt/notesMasters/notesMaster1.xml" Id="R626408be80c4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fcb419e9044cd7" /><Relationship Type="http://schemas.openxmlformats.org/officeDocument/2006/relationships/notesMaster" Target="/ppt/notesMasters/notesMaster1.xml" Id="R1dbaaeeca22a4b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6c0cc307b45f0" /><Relationship Type="http://schemas.openxmlformats.org/officeDocument/2006/relationships/notesMaster" Target="/ppt/notesMasters/notesMaster1.xml" Id="Rf7d16122be734e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36497e584400d" /><Relationship Type="http://schemas.openxmlformats.org/officeDocument/2006/relationships/notesMaster" Target="/ppt/notesMasters/notesMaster1.xml" Id="Rbe2cdbd7629549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1541b4fa73455d" /><Relationship Type="http://schemas.openxmlformats.org/officeDocument/2006/relationships/notesMaster" Target="/ppt/notesMasters/notesMaster1.xml" Id="R8e87f6e284344a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7a20f37cee47c7" /><Relationship Type="http://schemas.openxmlformats.org/officeDocument/2006/relationships/notesMaster" Target="/ppt/notesMasters/notesMaster1.xml" Id="R16e60666081541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13ce9e34f64dfe" /><Relationship Type="http://schemas.openxmlformats.org/officeDocument/2006/relationships/notesMaster" Target="/ppt/notesMasters/notesMaster1.xml" Id="Rb0c3f526e91546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f77c375c5d40e3" /><Relationship Type="http://schemas.openxmlformats.org/officeDocument/2006/relationships/notesMaster" Target="/ppt/notesMasters/notesMaster1.xml" Id="R4b7706b606e3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63d68b2eb4c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f3da08eef4c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98d8daf324c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ea20339444b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58d82341947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42121303e4d5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605403d584e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77429dd13455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9e0d2e18e45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6ef9a57b4422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4d424754341d6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E0A0CC-5748-4A19-857A-BCC0AD4A06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B894A5-9978-475D-9956-91DEC190B81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DB9052-BF77-4E3B-9DDE-7718CAD0B6C8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BD6B95-F10C-4BC3-92E6-67618DA1303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C3F39-ACD2-49C2-9DC3-0C6F9710004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A8F7D3-DC8E-4932-B6BC-4B4F5C628D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3DE7FE-A9D2-424F-864E-4F4F20130CA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6EFB34-006B-43B6-896E-221458A63C4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DD48AB-86D6-41C2-B4DC-E3B5B293C81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7E453D-94FF-4A18-81F4-1AC95A95E55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71BD96-ED52-4AC0-9556-49D014520E9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A47CA1A-ADBA-4AFF-BF5E-D74AF950FF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A014C90-E709-460C-9A3C-772C96BFD10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65CC412-3218-4720-A085-4BD8FC94715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65750C-49B0-456B-975E-424660D719C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81AD78-F816-471E-81E9-A6FF52F733B6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0E2B0B-C9A9-4217-B4A4-FAAAC51DC34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3C2871-BDED-47AB-91E3-3339B28A932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3DA737-1F1B-481B-A680-145A6172590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583E30-E67C-4605-B09A-54B13E080B1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99EF776-915C-40A0-B523-38AFEC708A6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35326E-FEF0-41B6-BBE7-A82C6F3D2E1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0B830C-64F2-4707-80FA-C299587D85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5E02BD-7130-4BA9-B01B-DBCA33D4F0B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1A204-3714-45F7-9022-F2ACE66F27CB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7508F30-00AE-4E38-8243-936651DA451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D578E6-EC80-4B8A-814A-DABE90E098A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3201153-B9EE-4543-8329-6FD4689FC1A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9D0244-AA21-4A3A-A9DA-D6863B64D6D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303AE4-9B79-43F1-B3E5-DBFF4658235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1010F1-7258-46D6-B2EA-74CF06DD8F9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813361-1A55-4CBD-B7B4-F26EE91636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B668B6-ABC5-4825-BB9A-23CB7C489F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E45939-4E1F-4EED-BC47-6DC38342498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D54C7E-0008-4CDB-B20C-C83C483BAB8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CD621A-024F-49D6-B17D-36CFA14AB7D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7C5273-7B30-4BD1-A567-2A1E4C399C2A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C9B3333-8445-43AD-9421-4A5C2A3BC15A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4826614-6863-470B-8A3B-4E0D63DCB9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1C6256-FFAA-48AF-931D-CC9D5E5BB37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D204383-9396-4084-9FDD-C54CAC04A1B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14816A-056D-4793-B054-86CBDDB3354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C91032-C117-4B01-BA0F-44BEA078232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53024D-EA01-432B-9CFD-CDB507C583A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F0AEA8-28DD-4865-BE69-09EABAB2A72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07B395-7154-47DD-9844-C463DB1B93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94754F-D903-4DAB-A8DD-BD568B0B436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849EFE-57B8-45BB-B140-36E6DF9C6185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A2A6C4-35DD-400D-887E-081EDE13F35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DD4773-8D1C-4089-91E5-1CCF1ECF3FA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C06403-7044-4921-B5E7-70129D893D7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9DF7E2-B20D-4906-A3E9-73C72DAFD56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965A16-311D-47AD-9FB2-95E6BAF3284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AA5FF11-22A9-44D2-8E3C-B68659FA4530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A3FEC2-0163-4A56-BCBC-B18B5E87B263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57AA71-8C11-4ADB-BB84-0D93AE314F8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D94761-489A-4BFA-9E0F-682CA6DEECE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B94046-A5B9-4B16-85A7-A57D08DB19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ede9b25a0840cf" /><Relationship Type="http://schemas.openxmlformats.org/officeDocument/2006/relationships/slideLayout" Target="/ppt/slideLayouts/slideLayout2.xml" Id="R8023f3117b9b450d" /><Relationship Type="http://schemas.openxmlformats.org/officeDocument/2006/relationships/slideLayout" Target="/ppt/slideLayouts/slideLayout3.xml" Id="R1827693351cd4343" /><Relationship Type="http://schemas.openxmlformats.org/officeDocument/2006/relationships/slideLayout" Target="/ppt/slideLayouts/slideLayout4.xml" Id="R3e9761b2ff5a4cbd" /><Relationship Type="http://schemas.openxmlformats.org/officeDocument/2006/relationships/slideLayout" Target="/ppt/slideLayouts/slideLayout5.xml" Id="Ra4251e6b204743fb" /><Relationship Type="http://schemas.openxmlformats.org/officeDocument/2006/relationships/slideLayout" Target="/ppt/slideLayouts/slideLayout6.xml" Id="Rcecb13f088dd4c12" /><Relationship Type="http://schemas.openxmlformats.org/officeDocument/2006/relationships/slideLayout" Target="/ppt/slideLayouts/slideLayout7.xml" Id="Rc0f91175ab8b440d" /><Relationship Type="http://schemas.openxmlformats.org/officeDocument/2006/relationships/slideLayout" Target="/ppt/slideLayouts/slideLayout8.xml" Id="R8beb5f046b0545df" /><Relationship Type="http://schemas.openxmlformats.org/officeDocument/2006/relationships/slideLayout" Target="/ppt/slideLayouts/slideLayout9.xml" Id="R1f99222d38554f34" /><Relationship Type="http://schemas.openxmlformats.org/officeDocument/2006/relationships/slideLayout" Target="/ppt/slideLayouts/slideLayout10.xml" Id="Redda84de1c104351" /><Relationship Type="http://schemas.openxmlformats.org/officeDocument/2006/relationships/slideLayout" Target="/ppt/slideLayouts/slideLayout11.xml" Id="R561f165b781e4727" /><Relationship Type="http://schemas.openxmlformats.org/officeDocument/2006/relationships/slideLayout" Target="/ppt/slideLayouts/slideLayout12.xml" Id="Rf1307c3ec7af48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2D581F3-0426-4C3D-B125-35C1268E59D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662E05-70FD-4E5D-8777-3D4A02515CF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FEFE41-1E56-4285-8F3F-9FA47E33FA4D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B763EE-EE4D-4C06-88F5-F18B45133E2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A765E6-7690-404E-A33E-C208303BD77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3f3117b9b450d"/>
    <p:sldLayoutId xmlns:r="http://schemas.openxmlformats.org/officeDocument/2006/relationships" id="2147483650" r:id="R1827693351cd4343"/>
    <p:sldLayoutId xmlns:r="http://schemas.openxmlformats.org/officeDocument/2006/relationships" id="2147483651" r:id="R3e9761b2ff5a4cbd"/>
    <p:sldLayoutId xmlns:r="http://schemas.openxmlformats.org/officeDocument/2006/relationships" id="2147483652" r:id="Ra4251e6b204743fb"/>
    <p:sldLayoutId xmlns:r="http://schemas.openxmlformats.org/officeDocument/2006/relationships" id="2147483653" r:id="Rcecb13f088dd4c12"/>
    <p:sldLayoutId xmlns:r="http://schemas.openxmlformats.org/officeDocument/2006/relationships" id="2147483654" r:id="Rc0f91175ab8b440d"/>
    <p:sldLayoutId xmlns:r="http://schemas.openxmlformats.org/officeDocument/2006/relationships" id="2147483655" r:id="R8beb5f046b0545df"/>
    <p:sldLayoutId xmlns:r="http://schemas.openxmlformats.org/officeDocument/2006/relationships" id="2147483656" r:id="R1f99222d38554f34"/>
    <p:sldLayoutId xmlns:r="http://schemas.openxmlformats.org/officeDocument/2006/relationships" id="2147483657" r:id="Redda84de1c104351"/>
    <p:sldLayoutId xmlns:r="http://schemas.openxmlformats.org/officeDocument/2006/relationships" id="2147483658" r:id="R561f165b781e4727"/>
    <p:sldLayoutId xmlns:r="http://schemas.openxmlformats.org/officeDocument/2006/relationships" id="2147483659" r:id="Rf1307c3ec7af4896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b15d6770d24805" /><Relationship Type="http://schemas.openxmlformats.org/officeDocument/2006/relationships/image" Target="/ppt/media/image.png" Id="Rc693bf9de559472a" /><Relationship Type="http://schemas.openxmlformats.org/officeDocument/2006/relationships/image" Target="/ppt/media/image2.png" Id="R46f82a49b1674b74" /><Relationship Type="http://schemas.openxmlformats.org/officeDocument/2006/relationships/notesSlide" Target="/ppt/notesSlides/notesSlide1.xml" Id="Rc09d197954fa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ff78d7c71c94667" /><Relationship Type="http://schemas.openxmlformats.org/officeDocument/2006/relationships/image" Target="/ppt/media/image3.png" Id="Re1cce783db044ef9" /><Relationship Type="http://schemas.openxmlformats.org/officeDocument/2006/relationships/image" Target="/ppt/media/image4.png" Id="R9bead1091ccd47df" /><Relationship Type="http://schemas.openxmlformats.org/officeDocument/2006/relationships/notesSlide" Target="/ppt/notesSlides/notesSlide2.xml" Id="R11be55a3088b4c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951e0f4eeb4b73" /><Relationship Type="http://schemas.openxmlformats.org/officeDocument/2006/relationships/image" Target="/ppt/media/image5.png" Id="Re1448fd8e15647db" /><Relationship Type="http://schemas.openxmlformats.org/officeDocument/2006/relationships/image" Target="/ppt/media/image4.png" Id="R94f1bf74df23421e" /><Relationship Type="http://schemas.openxmlformats.org/officeDocument/2006/relationships/notesSlide" Target="/ppt/notesSlides/notesSlide3.xml" Id="Rf01c47ad31b4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9187520ec54d51" /><Relationship Type="http://schemas.openxmlformats.org/officeDocument/2006/relationships/image" Target="/ppt/media/image4.png" Id="R40ee872f857a43a2" /><Relationship Type="http://schemas.openxmlformats.org/officeDocument/2006/relationships/image" Target="/ppt/media/image6.png" Id="Rdb5e4b1484c44bd9" /><Relationship Type="http://schemas.openxmlformats.org/officeDocument/2006/relationships/notesSlide" Target="/ppt/notesSlides/notesSlide4.xml" Id="R29a42df2b32b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eca535f763f417d" /><Relationship Type="http://schemas.openxmlformats.org/officeDocument/2006/relationships/image" Target="/ppt/media/image4.png" Id="Rdbf3916f86984664" /><Relationship Type="http://schemas.openxmlformats.org/officeDocument/2006/relationships/image" Target="/ppt/media/image6.png" Id="R1be9c6c9b32840a7" /><Relationship Type="http://schemas.openxmlformats.org/officeDocument/2006/relationships/notesSlide" Target="/ppt/notesSlides/notesSlide5.xml" Id="R99668a5f4dcd4d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75e9d60141e4307" /><Relationship Type="http://schemas.openxmlformats.org/officeDocument/2006/relationships/image" Target="/ppt/media/image4.png" Id="R3bc38ff609a743ba" /><Relationship Type="http://schemas.openxmlformats.org/officeDocument/2006/relationships/image" Target="/ppt/media/image6.png" Id="R25aaeb45a4dd4664" /><Relationship Type="http://schemas.openxmlformats.org/officeDocument/2006/relationships/notesSlide" Target="/ppt/notesSlides/notesSlide6.xml" Id="Re0b897682dab41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52b887106f494b" /><Relationship Type="http://schemas.openxmlformats.org/officeDocument/2006/relationships/image" Target="/ppt/media/image4.png" Id="R36d802c3e4d04cf3" /><Relationship Type="http://schemas.openxmlformats.org/officeDocument/2006/relationships/image" Target="/ppt/media/image6.png" Id="R44c1a600447a42ae" /><Relationship Type="http://schemas.openxmlformats.org/officeDocument/2006/relationships/notesSlide" Target="/ppt/notesSlides/notesSlide7.xml" Id="Ra1e55672ae27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7d2027b974d4ee3" /><Relationship Type="http://schemas.openxmlformats.org/officeDocument/2006/relationships/image" Target="/ppt/media/image5.png" Id="R97b733a195f44821" /><Relationship Type="http://schemas.openxmlformats.org/officeDocument/2006/relationships/image" Target="/ppt/media/image4.png" Id="R53f19e1dcfd14aab" /><Relationship Type="http://schemas.openxmlformats.org/officeDocument/2006/relationships/notesSlide" Target="/ppt/notesSlides/notesSlide8.xml" Id="R02d51832daef40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971c11c2ff4260" /><Relationship Type="http://schemas.openxmlformats.org/officeDocument/2006/relationships/image" Target="/ppt/media/image4.png" Id="Rf7082b447a39467c" /><Relationship Type="http://schemas.openxmlformats.org/officeDocument/2006/relationships/image" Target="/ppt/media/image6.png" Id="R8009956241094c8a" /><Relationship Type="http://schemas.openxmlformats.org/officeDocument/2006/relationships/notesSlide" Target="/ppt/notesSlides/notesSlide9.xml" Id="R7e225c740dbc41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d578c48041546f3" /><Relationship Type="http://schemas.openxmlformats.org/officeDocument/2006/relationships/image" Target="/ppt/media/image7.png" Id="R86787d973459427a" /><Relationship Type="http://schemas.openxmlformats.org/officeDocument/2006/relationships/image" Target="/ppt/media/image8.png" Id="R792a9407c02e455d" /><Relationship Type="http://schemas.openxmlformats.org/officeDocument/2006/relationships/image" Target="/ppt/media/image9.png" Id="R957ec750a5914710" /><Relationship Type="http://schemas.openxmlformats.org/officeDocument/2006/relationships/image" Target="/ppt/media/image10.png" Id="R21dc1ae763254a49" /><Relationship Type="http://schemas.openxmlformats.org/officeDocument/2006/relationships/image" Target="/ppt/media/image11.png" Id="R00e8fdadbd034b30" /><Relationship Type="http://schemas.openxmlformats.org/officeDocument/2006/relationships/image" Target="/ppt/media/image12.png" Id="Rfb2aa7affddd45ad" /><Relationship Type="http://schemas.openxmlformats.org/officeDocument/2006/relationships/image" Target="/ppt/media/image13.png" Id="R42d54ead54024672" /><Relationship Type="http://schemas.openxmlformats.org/officeDocument/2006/relationships/image" Target="/ppt/media/image14.png" Id="Rae623b5a240e4af5" /><Relationship Type="http://schemas.openxmlformats.org/officeDocument/2006/relationships/image" Target="/ppt/media/image4.png" Id="R47d7891a2bda49bf" /><Relationship Type="http://schemas.openxmlformats.org/officeDocument/2006/relationships/notesSlide" Target="/ppt/notesSlides/notesSlide10.xml" Id="R30112c3b9aca4a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56003ba24a4758" /><Relationship Type="http://schemas.openxmlformats.org/officeDocument/2006/relationships/image" Target="/ppt/media/image15.png" Id="R4b49bccf7104433a" /><Relationship Type="http://schemas.openxmlformats.org/officeDocument/2006/relationships/image" Target="/ppt/media/image4.png" Id="R1728312e60444a27" /><Relationship Type="http://schemas.openxmlformats.org/officeDocument/2006/relationships/notesSlide" Target="/ppt/notesSlides/notesSlide11.xml" Id="Rf8d24f8dfd6a43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ee8242c2c804460" /><Relationship Type="http://schemas.openxmlformats.org/officeDocument/2006/relationships/image" Target="/ppt/media/image6.png" Id="R5e1db58e75974729" /><Relationship Type="http://schemas.openxmlformats.org/officeDocument/2006/relationships/image" Target="/ppt/media/image.jpeg" Id="R1fef56087b3c4cb5" /><Relationship Type="http://schemas.openxmlformats.org/officeDocument/2006/relationships/image" Target="/ppt/media/image4.png" Id="R97a5edaca366499b" /><Relationship Type="http://schemas.openxmlformats.org/officeDocument/2006/relationships/notesSlide" Target="/ppt/notesSlides/notesSlide12.xml" Id="R84d232679fa64a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cca7001791b46e6" /><Relationship Type="http://schemas.openxmlformats.org/officeDocument/2006/relationships/image" Target="/ppt/media/image6.png" Id="R9b640ba85d3d4377" /><Relationship Type="http://schemas.openxmlformats.org/officeDocument/2006/relationships/image" Target="/ppt/media/image.jpeg" Id="Rc5eaef3ef1e043c4" /><Relationship Type="http://schemas.openxmlformats.org/officeDocument/2006/relationships/image" Target="/ppt/media/image4.png" Id="R1c912e41dbc74678" /><Relationship Type="http://schemas.openxmlformats.org/officeDocument/2006/relationships/notesSlide" Target="/ppt/notesSlides/notesSlide13.xml" Id="R47878abe8c3a44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65a6b2648dc41c7" /><Relationship Type="http://schemas.openxmlformats.org/officeDocument/2006/relationships/image" Target="/ppt/media/image2.png" Id="R712971cdacf7486f" /><Relationship Type="http://schemas.openxmlformats.org/officeDocument/2006/relationships/image" Target="/ppt/media/image16.png" Id="R2431ee4115b140d1" /><Relationship Type="http://schemas.openxmlformats.org/officeDocument/2006/relationships/notesSlide" Target="/ppt/notesSlides/notesSlide14.xml" Id="R47efe1bc98bc4c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064C36C-8263-4393-A964-2DC45777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693bf9de559472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B22A61D-5B42-4814-A688-FD24E54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229" y="-1233813"/>
            <a:ext cx="12754625" cy="127546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13E8DB8-4294-43DF-B639-6AE2C8FD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7975" y="-1233813"/>
            <a:ext cx="10363132" cy="11558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548E11-239B-4385-874B-6BBBFBC0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368" y="860146"/>
            <a:ext cx="7841932" cy="2146078"/>
          </a:xfrm>
          <a:custGeom xmlns:a="http://schemas.openxmlformats.org/drawingml/2006/main">
            <a:rect l="l" t="t" r="r" b="b"/>
            <a:pathLst>
              <a:path w="10455910" h="2861438">
                <a:moveTo>
                  <a:pt x="0" y="0"/>
                </a:moveTo>
                <a:lnTo>
                  <a:pt x="10455910" y="0"/>
                </a:lnTo>
                <a:lnTo>
                  <a:pt x="10455910" y="2861438"/>
                </a:lnTo>
                <a:lnTo>
                  <a:pt x="0" y="28614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f82a49b1674b7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09C4C7B-9C31-4498-BD36-0E2242C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0505" y="2949074"/>
            <a:ext cx="7475656" cy="6398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  <a:r>
              <a:rPr sz="1594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ESTRUTURAÇÃO INICIAL DE PROCESSOS COM VISIBILIDADE, GOVERNANÇA E PRÓXIMOS PASSOS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AC1CEE6-F0C0-466D-B42B-383AE30E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735" y="4729368"/>
            <a:ext cx="9737197" cy="17528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Proposta Comercial</a:t>
            </a:r>
          </a:p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Serviços Pontuais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BDF158-E4AE-4793-90D6-CBA23EB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603" y="7168255"/>
            <a:ext cx="9737197" cy="1102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Para: Brazilian Nickel</a:t>
            </a:r>
          </a:p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Att. Elton Souza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DFF027-B800-4480-B17C-1DA29EBC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8953500"/>
            <a:ext cx="2667000" cy="397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129"/>
              </a:lnSpc>
              <a:buNone/>
            </a:pPr>
            <a:r>
              <a:rPr sz="2267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Abril de 2026</a:t>
            </a:r>
          </a:p>
        </p:txBody>
      </p:sp>
    </p:spTree>
    <p:extLst>
      <p:ext uri="{BB962C8B-B14F-4D97-AF65-F5344CB8AC3E}">
        <p14:creationId xmlns:p14="http://schemas.microsoft.com/office/powerpoint/2010/main" val="1310328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29802C1-D62B-40EA-A786-3EE497BC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cce783db044ef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6CC8C90-54AE-4C6C-ABE3-4791F87F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ead1091ccd47df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C1E8AD0-592A-4828-8326-C4E725B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0501F8E-1452-4C49-B8CC-750CB7D7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AC7D3C-708D-4B90-9DAF-1F58482D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6CF4BA7-1589-493E-A2E8-7B77B7B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1E49262-BB26-4176-A790-74B6826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180B0A-1C3C-46C0-A865-1DF4F81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5C917C-558C-4993-9788-E70B6E60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962025"/>
            <a:ext cx="9298798" cy="1887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259"/>
              </a:lnSpc>
              <a:buNone/>
            </a:pPr>
            <a:r>
              <a:rPr sz="5999" b="1" u="none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Empreender é uma evolução constante.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9C948DF-7380-4721-8C49-6B7C3426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3513355"/>
            <a:ext cx="9298798" cy="84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66"/>
              </a:lnSpc>
              <a:buNone/>
            </a:pPr>
            <a:r>
              <a:rPr sz="26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Nesta etapa, propomos transformar a demanda inicial de processos em clareza executiva e entregáveis práticos.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BE3C14-5D93-42FC-BDA4-915613FF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645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Operação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organizada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910BEC-7269-4E77-B068-BE3F22F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380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Decisão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mais segura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00F11B7-9B61-4D17-9762-EDC29046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776" y="5508025"/>
            <a:ext cx="2538249" cy="1434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Rotinas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visíveis e auditáveis</a:t>
            </a:r>
          </a:p>
        </p:txBody>
      </p:sp>
    </p:spTree>
    <p:extLst>
      <p:ext uri="{BB962C8B-B14F-4D97-AF65-F5344CB8AC3E}">
        <p14:creationId xmlns:p14="http://schemas.microsoft.com/office/powerpoint/2010/main" val="20762100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63BC1B-4A4D-4C32-8A9E-631A7CE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448fd8e15647d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9321BE8-C594-42BA-8D94-9199C19A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736526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40430DF-BCAA-425E-B5AF-1B7223C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447204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86A5C1F-F202-4EEE-925D-BA0343E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444352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7D74100-5FEA-4E2F-9EAA-086C95E5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155030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96D3369-87E9-4F12-AF83-E89355C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6152178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F21EBF-D307-4C42-BAD0-64EA21E9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5862856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2E3452-33C6-4ED5-BBAF-DA8BAB52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1028700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C41DB9-9705-460B-80CD-D32DB890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39378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E177D50-8CCB-443A-AA7C-CE01229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775494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E3C9613-7F8B-4730-B598-D97CA3C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3440447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FA6025F1-A23F-4799-A9AF-9C61A95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5143500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7EEFB364-656C-4E87-B64D-0CA600A0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6808453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99FBCE-2312-42A4-91A6-67AC0E2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860004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35E8A7-19F1-4952-B15A-064D3B5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570682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F10E8A27-D92A-47A0-A6FE-B909FF5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606799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A83128B-97A1-486F-A255-AE6E78B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f1bf74df23421e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82BB7E0-ABA8-41EE-92E7-E4A26EC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2971002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financeira e orçamentária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635B89-D1EC-4417-B584-5F726FC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4678828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Custos e precificação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2FF6EAD-3493-4103-914C-0B0EF81E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6386655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Consultoria fiscal e contábil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1BC2056-58E7-47AA-AC47-62DC419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1263176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de Processos de Negócio (BPM)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24EF5C9-6518-4500-98AC-5931A7C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8337368"/>
            <a:ext cx="5421419" cy="510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Auditoria interna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287730C-E27D-4D74-BC9A-ABE050B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476" y="2288872"/>
            <a:ext cx="6873524" cy="570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639"/>
              </a:lnSpc>
              <a:spcBef>
                <a:spcPts val="0"/>
              </a:spcBef>
              <a:buNone/>
            </a:pPr>
            <a:r>
              <a:rPr sz="3600" u="none">
                <a:solidFill>
                  <a:srgbClr val="E6C63F"/>
                </a:solidFill>
                <a:latin typeface="Poppins 2"/>
                <a:ea typeface="Poppins 2"/>
                <a:cs typeface="Poppins 2"/>
              </a:rPr>
              <a:t>Combinaremos expertises de forma coordenada e pragmática para estruturar o escopo solicitado e preparar a empresa para evoluir a gestão por processos.</a:t>
            </a:r>
          </a:p>
        </p:txBody>
      </p:sp>
      <p:sp>
        <p:nvSpPr>
          <p:cNvPr id="29" name="TextBox 6">
            <a:extLst xmlns:a="http://schemas.openxmlformats.org/drawingml/2006/main">
              <a:ext uri="{FF2B5EF4-FFF2-40B4-BE49-F238E27FC236}">
                <a16:creationId xmlns:a16="http://schemas.microsoft.com/office/drawing/2014/main" id="{7CD81174-90B6-D59A-13F0-A5F9592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FAREMOS</a:t>
            </a:r>
          </a:p>
        </p:txBody>
      </p:sp>
    </p:spTree>
    <p:extLst>
      <p:ext uri="{BB962C8B-B14F-4D97-AF65-F5344CB8AC3E}">
        <p14:creationId xmlns:p14="http://schemas.microsoft.com/office/powerpoint/2010/main" val="1472261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D801376-0FB3-36C4-A288-3F7BC34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ee872f857a43a2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818F453-01DF-64C3-AC54-3CF9F39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00125"/>
            <a:ext cx="8572500" cy="781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4000" b="1" u="sng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Solicitação do cliente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28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/>
            </a:r>
          </a:p>
          <a:p xmlns:a="http://schemas.openxmlformats.org/drawingml/2006/main">
            <a:pPr>
              <a:buNone/>
            </a:pPr>
            <a:r>
              <a:t>Em reunião com o Sr. Elton Souza, definimos como prioridade inicial a estruturação de processos.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 b="1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/>
            </a:r>
          </a:p>
          <a:p xmlns:a="http://schemas.openxmlformats.org/drawingml/2006/main">
            <a:pPr>
              <a:buNone/>
            </a:pPr>
            <a:r>
              <a:t>Escopo proposto: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concepção ou atualização da arquitetura de processos;</a:t>
            </a:r>
          </a:p>
          <a:p xmlns:a="http://schemas.openxmlformats.org/drawingml/2006/main">
            <a:pPr>
              <a:buNone/>
            </a:pPr>
            <a:r>
              <a:t>→ visibilidade dos macroprocessos e processos por área;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identificação dos donos de processos;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modelagem parcial para enxergar atividades, encadeamento, fornecedores, clientes, insumos e produtos gerados.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A8947E3-56AE-510E-D8A8-774119C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5e4b1484c44bd9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07715-E0FD-641C-35DA-88802E2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ESCOPO</a:t>
            </a:r>
          </a:p>
        </p:txBody>
      </p:sp>
      <p:sp>
        <p:nvSpPr>
          <p:cNvPr id="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A3AB7D4-FC68-91B5-62AE-887A05C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ee872f857a43a2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422419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A0F411C-3F83-85DD-D803-1C04C20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f3916f86984664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7006DEC-877E-292F-D17D-53993392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43000"/>
            <a:ext cx="8572500" cy="8566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4000" b="1" u="sng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Ao final desta etapa, a Brazilian Nickel receberá: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 b="1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→ Mapa de Processos;</a:t>
            </a:r>
          </a:p>
          <a:p xmlns:a="http://schemas.openxmlformats.org/drawingml/2006/main">
            <a:pPr>
              <a:buNone/>
            </a:pPr>
            <a:r>
              <a:t>→ Fluxo dos Macroprocessos;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SIPOC dos Macroprocessos;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t>→ síntese executiva dos achados;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recomendação de continuidade e priorização da estruturação.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Esses entregáveis criam a base para POPs, indicadores, rotinas, implantação e estabilização.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590A28F-E43B-A6C4-9547-7747951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e9c6c9b32840a7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11E0364-0C6C-4890-179F-A971F5D7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ENTREGÁVEIS</a:t>
            </a:r>
          </a:p>
        </p:txBody>
      </p:sp>
      <p:sp>
        <p:nvSpPr>
          <p:cNvPr id="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17EA3F5-766F-B693-70C2-EF8838D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f3916f86984664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62568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094D73D-DC78-EA59-51B3-83D1745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c38ff609a743ba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2F5B60D-24B3-E501-DA95-99A87B6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95375"/>
            <a:ext cx="8572500" cy="9020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4000" b="1" u="sng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Após finalizar o escopo solicitado, o trabalho poderá evoluir para:</a:t>
            </a: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→ finalização da modelagem;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 b="1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→ POPs — Procedimentos Operacionais Padrão;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indicadores;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rotinas;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assistência na implantação e treinamento;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assistência na estabilização da execução.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/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A primeira etapa organiza a visão. A continuidade transforma visão em gestão.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7B74514-CF50-6BE3-EA36-9A6DD115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aaeb45a4dd4664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FF9ADE4-ACA8-A6DC-F167-5C70E5E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EVOLUÇÃO</a:t>
            </a:r>
          </a:p>
        </p:txBody>
      </p:sp>
      <p:sp>
        <p:nvSpPr>
          <p:cNvPr id="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A337E2A-B12B-B0C2-6AD8-4A48E21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c38ff609a743ba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531474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1E4D082-BBA1-9ADC-FD99-D469B4E8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d802c3e4d04cf3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DEEDAAA-7A96-2731-654E-9DE966B3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8572500" cy="647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4000" b="1" u="sng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Implantação da Gestão por Processos</a:t>
            </a: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Após a estruturação inicial, a Versus poderá apoiar: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600" b="1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→ acompanhamento da execução da rotina;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acompanhamento dos indicadores;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PDCA com os donos de processos;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priorização de melhorias;</a:t>
            </a: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→ criação de ritmo e governança operacional.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C19D5D4-3E5F-240B-F632-EC0F9D14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c1a600447a42ae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BF57BB6-25B8-B1D4-4527-B2F53B8A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C9AF39"/>
                </a:solidFill>
                <a:latin typeface="Poppins 1"/>
                <a:ea typeface="Poppins 1"/>
                <a:cs typeface="Poppins 1"/>
              </a:rPr>
              <a:t>EVOLUÇÃO</a:t>
            </a:r>
          </a:p>
        </p:txBody>
      </p:sp>
      <p:sp>
        <p:nvSpPr>
          <p:cNvPr id="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F0228D7-5241-353C-99E6-69E13E6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d802c3e4d04cf3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0091636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9076C52-52AC-C47B-FCB9-2A94BC1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b733a195f4482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C70D708-1E53-3E8C-B81A-279DCC1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f19e1dcfd14aab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DD1B7A1-3A31-4DDC-46D8-31A80A3A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510" y="4096649"/>
            <a:ext cx="7152168" cy="2864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639"/>
              </a:lnSpc>
              <a:spcBef>
                <a:spcPts val="0"/>
              </a:spcBef>
              <a:buNone/>
            </a:pPr>
            <a:r>
              <a:rPr sz="4800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Processos claros tornam as demais disciplinas de gestão mais objetivas, comparáveis e auditáveis.</a:t>
            </a:r>
          </a:p>
        </p:txBody>
      </p:sp>
      <p:sp>
        <p:nvSpPr>
          <p:cNvPr id="29" name="TextBox 6">
            <a:extLst xmlns:a="http://schemas.openxmlformats.org/drawingml/2006/main">
              <a:ext uri="{FF2B5EF4-FFF2-40B4-BE49-F238E27FC236}">
                <a16:creationId xmlns:a16="http://schemas.microsoft.com/office/drawing/2014/main" id="{31C8AFBB-7976-F34B-07B5-68948823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GANHOS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0982788-6656-8EC4-2AA4-E75F9C09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3611767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586E7CC-2B49-73AB-FE7B-FCD0C4BC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3322445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29AAC09-3B85-D91F-D502-C91DDC68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4315688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6076A7E-22C5-7328-D3F6-D95B908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104" y="4075264"/>
            <a:ext cx="5421419" cy="491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de custos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DBBE101-E661-67D1-FD1D-44D9C1D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5211967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1B2FB7D-C91E-91AE-234A-85EE3B5C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4922645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3AAF18BE-4B72-4E3E-F85C-47960A1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5911115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64BCAF-E92D-3FA5-5B4C-C3A2EF71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104" y="5446443"/>
            <a:ext cx="5421419" cy="990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Planejamento e gestão estratégica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A5D6732-F040-E78A-A141-C6BD122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6812167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9373BC-98CF-99CB-26C2-BFF7A2A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6522845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0B88220F-FBC9-AE89-C859-246D4248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7468442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187B490-C648-527B-D987-F8E7C8D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3298" y="7069353"/>
            <a:ext cx="5421419" cy="990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contábil, fiscal e tributária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95DA52C-B8C7-4643-2071-0483DBA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2011567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41BEA5-D0FB-CB96-40A1-0519FF50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1722245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EE1D003-1AF1-722A-21C5-80DD3C1B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2758361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34501CD-8CEF-4130-A5DA-6DB101E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8004" y="2246043"/>
            <a:ext cx="5421419" cy="990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financeira e orçamentária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6ECD4AF-C1C7-1B02-EB52-5D44A449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8442778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162FE6-5E2A-31E3-46DA-AFC2E55D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8153456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74A51005-E743-919F-2C91-3B5D306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9189573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5F5F0EE-B09C-2F6C-E2A5-BC62ABBC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104" y="8694532"/>
            <a:ext cx="5421419" cy="990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Auditoria interna e externa</a:t>
            </a:r>
          </a:p>
        </p:txBody>
      </p:sp>
      <p:sp>
        <p:nvSpPr>
          <p:cNvPr id="4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7217D69-DD60-7CCD-E872-B3C181B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411367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Box 14">
            <a:extLst xmlns:a="http://schemas.openxmlformats.org/drawingml/2006/main">
              <a:ext uri="{FF2B5EF4-FFF2-40B4-BE49-F238E27FC236}">
                <a16:creationId xmlns:a16="http://schemas.microsoft.com/office/drawing/2014/main" id="{E5566C2D-F733-C312-82A2-A9E2723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7" y="122045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44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CB109BB-ABDF-8879-B014-CCA3970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299" y="1158161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96F5EC-4B0B-8249-8A14-AC887769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2756" y="909504"/>
            <a:ext cx="5421419" cy="491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operacional</a:t>
            </a:r>
          </a:p>
        </p:txBody>
      </p:sp>
    </p:spTree>
    <p:extLst>
      <p:ext uri="{BB962C8B-B14F-4D97-AF65-F5344CB8AC3E}">
        <p14:creationId xmlns:p14="http://schemas.microsoft.com/office/powerpoint/2010/main" val="1598235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A4D66DC-A3D8-484C-9CBE-4786133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082b447a39467c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DB031FB-DD73-4B2B-93F6-29631AE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112395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/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459DC24-240B-45C9-B38A-B3E62903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033558" y="-4243057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09956241094c8a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B08E3EC-F1B2-4F28-9F85-EF79C40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4984432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</a:t>
            </a:r>
          </a:p>
        </p:txBody>
      </p:sp>
      <p:sp>
        <p:nvSpPr>
          <p:cNvPr id="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B0D8D06-858A-8923-ADAE-DDDCAA1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082b447a39467c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8409E-5634-4AE3-B847-9F90F8D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3E3BA"/>
                </a:solidFill>
              </a:defRPr>
            </a:pPr>
            <a:r>
              <a:rPr sz="1950" b="1">
                <a:solidFill>
                  <a:srgbClr val="43E3BA"/>
                </a:solidFill>
              </a:rPr>
              <a:t>Cada frente de trabalho será estruturada como projeto: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CF780-88E4-4FA8-8B1C-49C1CA98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857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a) alinhamento de expectativas;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b) início do projeto;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c) levantamento e entrevistas;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d) acompanhamento da execução;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e) validações intermediárias;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f) entrega conforme alinhamento inicial;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g) recomendação executiva de próximos passos.</a:t>
            </a:r>
          </a:p>
        </p:txBody>
      </p:sp>
    </p:spTree>
    <p:extLst>
      <p:ext uri="{BB962C8B-B14F-4D97-AF65-F5344CB8AC3E}">
        <p14:creationId xmlns:p14="http://schemas.microsoft.com/office/powerpoint/2010/main" val="15881010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24C6B62-15E7-4F97-A713-7C84ECEE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787d973459427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ACFD884-B73D-44C3-85D8-22D8252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10187"/>
            <a:ext cx="2269379" cy="1534100"/>
          </a:xfrm>
          <a:custGeom xmlns:a="http://schemas.openxmlformats.org/drawingml/2006/main">
            <a:rect l="l" t="t" r="r" b="b"/>
            <a:pathLst>
              <a:path w="3025839" h="2045467">
                <a:moveTo>
                  <a:pt x="0" y="0"/>
                </a:moveTo>
                <a:lnTo>
                  <a:pt x="3025839" y="0"/>
                </a:lnTo>
                <a:lnTo>
                  <a:pt x="3025839" y="2045467"/>
                </a:lnTo>
                <a:lnTo>
                  <a:pt x="0" y="20454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2a9407c02e455d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9FB6495-9323-49EB-BFB1-5DD8B18D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9440" y="8091295"/>
            <a:ext cx="2559859" cy="562806"/>
          </a:xfrm>
          <a:custGeom xmlns:a="http://schemas.openxmlformats.org/drawingml/2006/main">
            <a:rect l="l" t="t" r="r" b="b"/>
            <a:pathLst>
              <a:path w="3413146" h="750408">
                <a:moveTo>
                  <a:pt x="0" y="0"/>
                </a:moveTo>
                <a:lnTo>
                  <a:pt x="3413146" y="0"/>
                </a:lnTo>
                <a:lnTo>
                  <a:pt x="3413146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7ec750a5914710"/>
            <a:stretch>
              <a:fillRect l="-12998" t="-241791" r="-12887" b="-230788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12333B1-7174-4B61-8163-1B693F7F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1348" y="7950594"/>
            <a:ext cx="2006131" cy="853286"/>
          </a:xfrm>
          <a:custGeom xmlns:a="http://schemas.openxmlformats.org/drawingml/2006/main">
            <a:rect l="l" t="t" r="r" b="b"/>
            <a:pathLst>
              <a:path w="2674842" h="1137715">
                <a:moveTo>
                  <a:pt x="0" y="0"/>
                </a:moveTo>
                <a:lnTo>
                  <a:pt x="2674842" y="0"/>
                </a:lnTo>
                <a:lnTo>
                  <a:pt x="2674842" y="1137715"/>
                </a:lnTo>
                <a:lnTo>
                  <a:pt x="0" y="11377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dc1ae763254a49"/>
            <a:stretch>
              <a:fillRect l="0" t="-67702" r="0" b="-6740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1DDA70B-B5AF-472D-9C7F-B0608721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070" y="7755427"/>
            <a:ext cx="1633953" cy="1243620"/>
          </a:xfrm>
          <a:custGeom xmlns:a="http://schemas.openxmlformats.org/drawingml/2006/main">
            <a:rect l="l" t="t" r="r" b="b"/>
            <a:pathLst>
              <a:path w="2178604" h="1658160">
                <a:moveTo>
                  <a:pt x="0" y="0"/>
                </a:moveTo>
                <a:lnTo>
                  <a:pt x="2178604" y="0"/>
                </a:lnTo>
                <a:lnTo>
                  <a:pt x="2178604" y="1658159"/>
                </a:lnTo>
                <a:lnTo>
                  <a:pt x="0" y="16581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e8fdadbd034b3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0317A78-1A86-4413-97C9-F7B12E3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97" y="7537567"/>
            <a:ext cx="1443325" cy="1679341"/>
          </a:xfrm>
          <a:custGeom xmlns:a="http://schemas.openxmlformats.org/drawingml/2006/main">
            <a:rect l="l" t="t" r="r" b="b"/>
            <a:pathLst>
              <a:path w="1924434" h="2239121">
                <a:moveTo>
                  <a:pt x="0" y="0"/>
                </a:moveTo>
                <a:lnTo>
                  <a:pt x="1924434" y="0"/>
                </a:lnTo>
                <a:lnTo>
                  <a:pt x="1924434" y="2239121"/>
                </a:lnTo>
                <a:lnTo>
                  <a:pt x="0" y="2239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2aa7affddd45ad"/>
            <a:stretch>
              <a:fillRect l="-25023" t="-21507" r="-46674" b="-2606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818BD6A-C106-442F-BA9F-13BC00C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41" y="7746349"/>
            <a:ext cx="2305689" cy="1252697"/>
          </a:xfrm>
          <a:custGeom xmlns:a="http://schemas.openxmlformats.org/drawingml/2006/main">
            <a:rect l="l" t="t" r="r" b="b"/>
            <a:pathLst>
              <a:path w="3074252" h="1670263">
                <a:moveTo>
                  <a:pt x="0" y="0"/>
                </a:moveTo>
                <a:lnTo>
                  <a:pt x="3074252" y="0"/>
                </a:lnTo>
                <a:lnTo>
                  <a:pt x="3074252" y="1670263"/>
                </a:lnTo>
                <a:lnTo>
                  <a:pt x="0" y="16702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d54ead54024672"/>
            <a:stretch>
              <a:fillRect l="0" t="-41894" r="0" b="-4216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57630C5-4643-43E8-83E0-58CF3B3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2397" y="8109450"/>
            <a:ext cx="3086355" cy="535573"/>
          </a:xfrm>
          <a:custGeom xmlns:a="http://schemas.openxmlformats.org/drawingml/2006/main">
            <a:rect l="l" t="t" r="r" b="b"/>
            <a:pathLst>
              <a:path w="4115141" h="714098">
                <a:moveTo>
                  <a:pt x="0" y="0"/>
                </a:moveTo>
                <a:lnTo>
                  <a:pt x="4115141" y="0"/>
                </a:lnTo>
                <a:lnTo>
                  <a:pt x="4115141" y="714098"/>
                </a:lnTo>
                <a:lnTo>
                  <a:pt x="0" y="7140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623b5a240e4af5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3D8AF2D-D8D8-439D-A50F-1410D50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d7891a2bda49bf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D12DE4F-7B25-4700-8C35-BA273E7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299489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42B02A-A90E-4D02-BBE8-4577011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010167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EB69785-5223-4E80-9D08-4EED85A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5038754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8018DE-A2C5-402F-8919-9F9E6817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4749432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807C91A-7573-4AD6-ACF9-A7FDD7E6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981075"/>
            <a:ext cx="4504536" cy="80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Histórias de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47D8FAA-9BC2-4C68-A8E6-1B1BCC13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1461930"/>
            <a:ext cx="6072011" cy="1469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1080"/>
              </a:lnSpc>
              <a:buNone/>
            </a:pPr>
            <a:r>
              <a:rPr sz="9157" b="1">
                <a:solidFill>
                  <a:srgbClr val="3AF1AE"/>
                </a:solidFill>
                <a:latin typeface="Poppins 1 Bold"/>
                <a:ea typeface="Poppins 1 Bold"/>
                <a:cs typeface="Poppins 1 Bold"/>
              </a:rPr>
              <a:t>SUCESSO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960ECDA-7DC0-4C2A-91C6-058AEAF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3270914"/>
            <a:ext cx="7179133" cy="939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Mais de 15 anos de experiência e parcerias de longo prazo.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8F97CDD-7894-4E8B-B227-86553EC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4552979"/>
            <a:ext cx="9213691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Nossa atuação busca gerar clareza, governança e evolução real para os clientes. Cases específicos devem ser usados quando houver autorização de divulgação.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B22312-726C-45DF-9406-F4D0E65B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39" y="6928480"/>
            <a:ext cx="4026721" cy="829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7"/>
              </a:lnSpc>
              <a:buNone/>
            </a:pPr>
            <a:r>
              <a:rPr sz="27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Clientes e evidências autorizadas:</a:t>
            </a:r>
          </a:p>
        </p:txBody>
      </p:sp>
    </p:spTree>
    <p:extLst>
      <p:ext uri="{BB962C8B-B14F-4D97-AF65-F5344CB8AC3E}">
        <p14:creationId xmlns:p14="http://schemas.microsoft.com/office/powerpoint/2010/main" val="9830270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C851CE0-F58A-40B8-8B71-BEE9E30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49bccf7104433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9C90A7E-ABEC-4A55-B937-8CDA2D8A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28312e60444a27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961995F-AD4D-4529-B03A-C10D8D83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585699"/>
            <a:ext cx="6524344" cy="232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Atendimento híbrido</a:t>
            </a:r>
          </a:p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Remoto e presencial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C0A4FC0-8EB0-46F4-9C69-302AA8A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000125"/>
            <a:ext cx="6524344" cy="453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88"/>
              </a:lnSpc>
              <a:buNone/>
            </a:pPr>
            <a:r>
              <a:rPr sz="28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trabalhamos: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5D38E33-7251-4CFD-9D73-3D1A90DC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484" y="2044639"/>
            <a:ext cx="9767183" cy="6197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395"/>
              </a:lnSpc>
              <a:buNone/>
            </a:pPr>
            <a:r>
              <a:rPr sz="3853">
                <a:solidFill>
                  <a:srgbClr val="39F2AE"/>
                </a:solidFill>
                <a:latin typeface="Poppins 1 Bold Italics"/>
                <a:ea typeface="Poppins 1 Bold Italics"/>
                <a:cs typeface="Poppins 1 Bold Italics"/>
              </a:rPr>
              <a:t>Combinamos disponibilidade e agilidade do trabalho remoto com presença física quando necessária para compreender a dinâmica da organização. Essa combinação reduz fricção sem perder profundidade consultiva.</a:t>
            </a:r>
          </a:p>
        </p:txBody>
      </p:sp>
    </p:spTree>
    <p:extLst>
      <p:ext uri="{BB962C8B-B14F-4D97-AF65-F5344CB8AC3E}">
        <p14:creationId xmlns:p14="http://schemas.microsoft.com/office/powerpoint/2010/main" val="673468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6928003-3A1D-7316-41F2-BDE6C0F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1db58e75974729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DBA0E95-C702-2AF5-D95B-E4BA90C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4827"/>
            <a:ext cx="18288000" cy="128016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ef56087b3c4cb5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17360B5-3DA1-F226-A17B-325F4D1B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a5edaca366499b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AB7D3F3-6710-3AC2-8DA5-F7A9FEC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62000"/>
            <a:ext cx="14287500" cy="809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3200" b="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Modelo proposto: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t/>
            </a:r>
          </a:p>
          <a:p xmlns:a="http://schemas.openxmlformats.org/drawingml/2006/main">
            <a:r>
              <a:rPr sz="28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R$ 350,00 por hora técnica, remota ou presencial;</a:t>
            </a:r>
          </a:p>
          <a:p xmlns:a="http://schemas.openxmlformats.org/drawingml/2006/main">
            <a:r>
              <a:t>→ faturamento mínimo de 30 horas mensais;</a:t>
            </a:r>
          </a:p>
          <a:p xmlns:a="http://schemas.openxmlformats.org/drawingml/2006/main">
            <a:r>
              <a:rPr sz="28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estimativa inicial aproximada de 90 horas para o escopo apresentado.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Para trabalhos presenciais fora da RM de Salvador/BA:</a:t>
            </a:r>
          </a:p>
          <a:p xmlns:a="http://schemas.openxmlformats.org/drawingml/2006/main">
            <a:pPr marL="914400" indent="-457200">
              <a:buChar char="ü"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mínimo de 3 dias, equivalente a 24 horas úteis;</a:t>
            </a:r>
          </a:p>
          <a:p xmlns:a="http://schemas.openxmlformats.org/drawingml/2006/main">
            <a:pPr marL="914400" indent="-457200">
              <a:buChar char="ü"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cada hora de deslocamento entre cidades será considerada como 0,5 hora útil;</a:t>
            </a:r>
          </a:p>
          <a:p xmlns:a="http://schemas.openxmlformats.org/drawingml/2006/main">
            <a:pPr marL="914400" indent="-457200">
              <a:buChar char="ü"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despesas de deslocamento, alimentação, deslocamento local e hospedagem serão de responsabilidade do contratante;</a:t>
            </a:r>
          </a:p>
          <a:p xmlns:a="http://schemas.openxmlformats.org/drawingml/2006/main">
            <a:pPr marL="914400" indent="-457200">
              <a:buChar char="ü"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agendamento sujeito à disponibilidade.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5A7B665-0528-5161-2243-D4E264A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09160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INVESTIMENTO</a:t>
            </a:r>
          </a:p>
        </p:txBody>
      </p:sp>
      <p:sp>
        <p:nvSpPr>
          <p:cNvPr id="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FB00293-53D2-F24D-D12F-578BD4E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a5edaca366499b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0207095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9D53E3-0B97-44AE-B67B-9F2F53F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640ba85d3d4377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28AF2F4-86DD-4293-8650-F7C9C3F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4827"/>
            <a:ext cx="18288000" cy="128016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eaef3ef1e043c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7544D17-331F-440A-8164-67D128B4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12e41dbc74678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28102F9-A99A-41B9-899F-A4590FF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62125"/>
            <a:ext cx="13811250" cy="619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800" b="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A estimativa poderá variar conforme engajamento, disponibilidade das pessoas-chave e agilidade de resposta da organização.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8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Para reduzir o risco de entrada: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t>→ contrato sem fidelidade;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80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sem prazo mínimo obrigatório;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80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encerramento a qualquer momento, sem multa;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80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→ evolução para novas etapas apresentada separadamente.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D7A331F-4E4D-4CD6-A09C-24A91CF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09160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REDUÇÃO DE RISCO</a:t>
            </a:r>
          </a:p>
        </p:txBody>
      </p:sp>
      <p:sp>
        <p:nvSpPr>
          <p:cNvPr id="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C5357A0-B438-79EC-4CA1-1ED5285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12e41dbc74678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6604935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673065D-B1F5-45E2-ADE1-AA0CE2F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073" y="6972300"/>
            <a:ext cx="9696575" cy="2653633"/>
          </a:xfrm>
          <a:custGeom xmlns:a="http://schemas.openxmlformats.org/drawingml/2006/main"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12971cdacf7486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A6C4A-79D9-473C-A64E-63DCBFB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8846"/>
            <a:ext cx="16116300" cy="3785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Ficamos à disposição para esclarecimentos adicionais.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>Caso a proposta esteja aderente, pedimos a gentileza de responder com o CNPJ e o e-mail da empresa para prepararmos o contrato e agendarmos o kickoff.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>Também indicaremos as pessoas-chave e documentos iniciais necessários para começar.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9BA3937-E1C4-4B4C-8E6A-C8D06091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87936"/>
            <a:ext cx="452263" cy="2632364"/>
          </a:xfrm>
          <a:custGeom xmlns:a="http://schemas.openxmlformats.org/drawingml/2006/main"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31ee4115b140d1"/>
            <a:stretch>
              <a:fillRect l="-20394" t="0" r="-207004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7593A0D-CEA3-4490-9C0D-04D7413F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4378"/>
            <a:ext cx="10020300" cy="1122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71"/>
              </a:lnSpc>
              <a:buNone/>
            </a:pPr>
            <a:r>
              <a:rPr sz="3765" b="1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</a:rPr>
              <a:t>Fabiano Ferreira</a:t>
            </a:r>
          </a:p>
          <a:p xmlns:a="http://schemas.openxmlformats.org/drawingml/2006/main">
            <a:pPr algn="l">
              <a:lnSpc>
                <a:spcPts val="3568"/>
              </a:lnSpc>
              <a:buNone/>
            </a:pPr>
            <a:r>
              <a:rPr sz="2548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fabiano@gestaoversus.com.br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B8F563F-447E-4EC0-BE91-0995BC13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7440680"/>
            <a:ext cx="5133350" cy="510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23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(71) 9 9642-6565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8677A4B-4375-4E3D-B1BA-88AA5C6E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031163"/>
            <a:ext cx="23646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@gestaoversus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5157243-CB5B-49AE-B8E6-78CEC8E2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510976"/>
            <a:ext cx="3463161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gestaoversusoficial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7F3A45-7ED9-4BF8-91C0-77A7E39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9481775"/>
            <a:ext cx="49368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facebook.com/VersusConsultoria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B759D8-0242-4EFA-ADB7-765853F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996375"/>
            <a:ext cx="36507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www.gestaoversus.com.br</a:t>
            </a:r>
          </a:p>
        </p:txBody>
      </p:sp>
      <p:sp>
        <p:nvSpPr>
          <p:cNvPr id="12" name="TextBox 4">
            <a:extLst xmlns:a="http://schemas.openxmlformats.org/drawingml/2006/main">
              <a:ext uri="{FF2B5EF4-FFF2-40B4-BE49-F238E27FC236}">
                <a16:creationId xmlns:a16="http://schemas.microsoft.com/office/drawing/2014/main" id="{9F0C2C6A-B11F-A20E-509C-9993C68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8696"/>
            <a:ext cx="16116300" cy="5186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rPr sz="48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27050558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2026-05-25T14:41:29.6260000Z</dcterms:created>
  <dcterms:modified xsi:type="dcterms:W3CDTF">2026-05-25T14:41:29.6260000Z</dcterms:modified>
</coreProperties>
</file>